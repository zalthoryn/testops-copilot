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1" r:id="rId3"/>
    <p:sldId id="263" r:id="rId4"/>
    <p:sldId id="259" r:id="rId5"/>
    <p:sldId id="258" r:id="rId6"/>
    <p:sldId id="257" r:id="rId7"/>
    <p:sldId id="260" r:id="rId8"/>
    <p:sldId id="264" r:id="rId9"/>
    <p:sldId id="265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84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B172F2-FD74-4227-907A-591444D4EAD4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F5CB84-26C3-400A-A7CB-C825264C86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501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F5CB84-26C3-400A-A7CB-C825264C866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2223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8E4068-39BA-E08E-4E5F-AFF6E4FF1A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991DE85-E272-74CE-2233-C59EFC980F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EAF31A-5E70-96AE-355B-90BC3CDBB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7B17A-79C9-43BA-A730-7842C652DAF1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8A8E16-07CC-609E-95EF-C105840C4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9BCEE8-99DE-4D6A-A721-6BD1AB19A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B39F-9FC3-4830-9158-2A84D0D4A8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0404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F86423-A548-CF58-F195-628EC2E60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F3F12A-1EE7-4C7D-003B-1A16AA661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5A616B-6BFC-2E5B-B3C4-8CF54D310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7B17A-79C9-43BA-A730-7842C652DAF1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6DD6EB-ECF0-7EC9-7C1E-099D80AE3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1A6C93-AA5F-4299-EDC8-9B0359EC3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B39F-9FC3-4830-9158-2A84D0D4A8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2262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53D436-71CD-48EC-3362-28577AD38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04DB88-7223-B5FA-990A-812127444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8E868B-FC27-8FD7-EED7-A1C48B2D1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7B17A-79C9-43BA-A730-7842C652DAF1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004030-CD26-19CE-342A-3D0B6D04B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93C833-5FCD-B26C-447A-41BC0C340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B39F-9FC3-4830-9158-2A84D0D4A8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6635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6B5C3A-B387-132F-FCC1-0E689A7C6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337DDD-2834-E3E6-492E-9089890359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A1415C8-E05A-68F7-E86F-25A566334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ABD170C-5D32-8404-F661-51F317081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7B17A-79C9-43BA-A730-7842C652DAF1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A33A6ED-E416-56BC-8DC0-B5D6C30EC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CE057B-1F7A-EAF1-7ECF-25A08D1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B39F-9FC3-4830-9158-2A84D0D4A8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7839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301F04-3180-ECFE-6156-DCBC8806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7AEEE15-DE2E-0273-DB82-103AB2BB3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50BAFA-007D-BDCB-1224-26B6A2056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02188D7-55DC-0F33-9FCE-75B8A3D6CF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3FC77F8-F9D4-AF4F-1DD7-69CD5C0E13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791213C-9732-D1D5-0259-10C6F953E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7B17A-79C9-43BA-A730-7842C652DAF1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E0D1594-FCD7-5E80-492F-E8C098B97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820AD6D-B29B-ABA1-3D19-9B11AC058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B39F-9FC3-4830-9158-2A84D0D4A8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8374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E91491-C2A8-E129-A522-82E5C3DA6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2295D3B-7E26-395B-CA56-FFC4E2CBA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7B17A-79C9-43BA-A730-7842C652DAF1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EBF8647-5695-B6EF-5A06-C9C7BAD0F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DE94067-EE7E-1C3C-9238-AA2182DA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B39F-9FC3-4830-9158-2A84D0D4A8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0524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BEC9E30-19F8-772D-1823-458C31CB4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7B17A-79C9-43BA-A730-7842C652DAF1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D8C44CE-C661-07FF-DDD2-4FB585833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D5493B2-CCD7-961A-3BCF-357C9C056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B39F-9FC3-4830-9158-2A84D0D4A8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4111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F528EA-A86D-2EC6-9905-EC66C6E07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86AF34-BDF9-9610-AEDF-EB3BFE682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935374C-5183-DA69-FB73-0379E34CB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8EDE2BF-C75B-205A-0950-DF6F1BC07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7B17A-79C9-43BA-A730-7842C652DAF1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FE1193B-8CD2-5ED0-CA9D-8897AE35D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66A1597-777E-D510-25AC-86B1CA589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B39F-9FC3-4830-9158-2A84D0D4A8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3364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D32383-A52B-1640-8213-4ED6FDB6D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B3A741C-A02B-3C86-231F-EAF0D39AB1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9E9E422-B6C3-7CD9-EC94-5A64558B5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03C2A70-6C24-A923-88A2-7D4E44207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7B17A-79C9-43BA-A730-7842C652DAF1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A609086-BEE0-BD3D-90FB-6998E74C2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55ACC1-D73F-7D6A-57B7-2313B1949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B39F-9FC3-4830-9158-2A84D0D4A8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1549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8FBEB4-4946-3C74-2A66-CB586CB33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A9212BC-B492-918C-CA19-265130EC6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8E60D2-CC8B-3C7D-EDDF-02E53C2B3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7B17A-79C9-43BA-A730-7842C652DAF1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C6D941-01C2-4708-5E34-EC0E9D818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D6FCC8-57D7-C1EE-6615-A43F1D122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B39F-9FC3-4830-9158-2A84D0D4A8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431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632C56A-911A-094A-D4EB-FD7E800A9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9D6DB3D-ABCC-16B8-9F8D-465E652724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4A1DAA-D068-4C14-97BB-BAB171745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7B17A-79C9-43BA-A730-7842C652DAF1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1F94C7-957D-959F-3A24-72C28719E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C016B0-3996-EBCA-5DE5-0BBBF31E8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B39F-9FC3-4830-9158-2A84D0D4A8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1452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C8A255-5BDD-59C3-08A5-EC9BE9710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B0D54D-A7A7-9F30-D9D8-7CEB4F43D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DF8092-C100-BFF6-8AB2-9A26DF5860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D7B17A-79C9-43BA-A730-7842C652DAF1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7164D5-3FD6-F600-F9FB-513A12FD2A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236D70-936E-F9CE-0535-807DEFD1FF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AEB39F-9FC3-4830-9158-2A84D0D4A8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4490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9F0B70-FDB2-9ABD-9F46-AFDE6C1FF5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0224AE1-C970-8A0A-3DAB-599AA05102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 descr="Изображение выглядит как текст, снимок экрана, Шрифт, Бренд">
            <a:extLst>
              <a:ext uri="{FF2B5EF4-FFF2-40B4-BE49-F238E27FC236}">
                <a16:creationId xmlns:a16="http://schemas.microsoft.com/office/drawing/2014/main" id="{13970306-CE21-618A-7A08-36578E7132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685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011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04ED9A-EAA2-3D6B-874D-8F578A219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46744554-9B17-DBED-C01F-5603FE8E1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6C9612C-5E0C-EF0E-4B01-4CDA5C4E0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0024"/>
            <a:ext cx="12192000" cy="665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776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04ED9A-EAA2-3D6B-874D-8F578A219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 descr="Изображение выглядит как текст, снимок экрана, Шрифт">
            <a:extLst>
              <a:ext uri="{FF2B5EF4-FFF2-40B4-BE49-F238E27FC236}">
                <a16:creationId xmlns:a16="http://schemas.microsoft.com/office/drawing/2014/main" id="{C5C01105-F361-90EB-69FC-7B76C18C45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17087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6BFD06-39B5-EC33-1E2F-70687B05D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67F7B1-2A6C-19A9-FD88-53A989B6A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C8E314D-AF71-B122-29D3-7170D184B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109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7BD993-9469-DBB0-9C1D-C4910992A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BC0427-F254-2CC4-DF64-53BB39B11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7B5DCED-7BAB-F087-B7A9-004E1E5A8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329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B5D14A-AA80-93D5-274D-DACCCAE81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A669F2-98CB-7AB7-28C1-147A3D43D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780561-3722-0B65-CE38-DEF24B6A6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147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A8ABF5-F620-7958-71C5-804A15702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6AF9A8-F0AC-3D47-65B7-B5E7324C1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A639EAF-6266-FDA5-A720-B2C9EB39A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226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252583-9C28-BD7F-EEAC-94719BDD8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 descr="Изображение выглядит как текст, снимок экрана, Шрифт, дизайн">
            <a:extLst>
              <a:ext uri="{FF2B5EF4-FFF2-40B4-BE49-F238E27FC236}">
                <a16:creationId xmlns:a16="http://schemas.microsoft.com/office/drawing/2014/main" id="{79E461D0-4E39-DD57-8A2B-B349E9E85A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778973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D9F098-EED6-980A-7EF0-46ABAE2B1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80302B-6F6F-9F44-F9FB-DFC511C39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B701397-AEBF-8782-A152-3544AD30D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67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4510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</Words>
  <Application>Microsoft Office PowerPoint</Application>
  <PresentationFormat>Широкоэкранный</PresentationFormat>
  <Paragraphs>1</Paragraphs>
  <Slides>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Zyablik</dc:creator>
  <cp:lastModifiedBy>Zyablik</cp:lastModifiedBy>
  <cp:revision>3</cp:revision>
  <dcterms:created xsi:type="dcterms:W3CDTF">2025-12-12T17:50:50Z</dcterms:created>
  <dcterms:modified xsi:type="dcterms:W3CDTF">2025-12-12T18:34:33Z</dcterms:modified>
</cp:coreProperties>
</file>